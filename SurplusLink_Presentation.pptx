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SurplusLink</a:t>
            </a:r>
          </a:p>
          <a:p>
            <a:pPr>
              <a:spcBef>
                <a:spcPts val="800"/>
              </a:spcBef>
              <a:defRPr sz="2200">
                <a:solidFill>
                  <a:srgbClr val="059669"/>
                </a:solidFill>
              </a:defRPr>
            </a:pPr>
            <a:r>
              <a:t>Smart MERN Food-Rescue Platform with GPS Routing &amp; Invariant Proof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A production-grade logistics engine connecting restaurants and volunteer rescuers with zero ghost bookings and verified mathematical accountability.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257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DISCOVER DOLLAR HACKATHON SUBMISSION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Live Demo: https://surpluslink-la31.onrender.com/  |  GitHub: https://github.com/mohdshiyab/SURPLUSLINK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Why Traditional Food Donation Platforms Fail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788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📍 Navigation Friction</a:t>
            </a:r>
          </a:p>
          <a:p>
            <a:pPr>
              <a:spcBef>
                <a:spcPts val="1600"/>
              </a:spcBef>
              <a:defRPr sz="1300">
                <a:solidFill>
                  <a:srgbClr val="64748B"/>
                </a:solidFill>
              </a:defRPr>
            </a:pPr>
            <a:r>
              <a:t>Volunteers struggle with vague restaurant addresses ('near the mall'). Food goes cold or spoils while drivers wander looking for kitchen pickup entrances.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2011680"/>
            <a:ext cx="2788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👻 Ghost Claims &amp; Hoarding</a:t>
            </a:r>
          </a:p>
          <a:p>
            <a:pPr>
              <a:spcBef>
                <a:spcPts val="1600"/>
              </a:spcBef>
              <a:defRPr sz="1300">
                <a:solidFill>
                  <a:srgbClr val="64748B"/>
                </a:solidFill>
              </a:defRPr>
            </a:pPr>
            <a:r>
              <a:t>Unregulated claim systems let users book more food than their vehicle can carry, or double-book conflicting times, causing uncollected food waste.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75904" y="2011680"/>
            <a:ext cx="2788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📉 Zero Accountability</a:t>
            </a:r>
          </a:p>
          <a:p>
            <a:pPr>
              <a:spcBef>
                <a:spcPts val="1600"/>
              </a:spcBef>
              <a:defRPr sz="1300">
                <a:solidFill>
                  <a:srgbClr val="64748B"/>
                </a:solidFill>
              </a:defRPr>
            </a:pPr>
            <a:r>
              <a:t>Traditional apps lack mathematical auditing. There is no proof of whether listed food was actually collected, lost in transit, or discarded.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SurplusLink: Multi-Rule Precision Food Rescue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4754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🗺️ Interactive Geolocation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Live Leaflet map pin selection + turn-by-turn Google Maps navigation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98648"/>
            <a:ext cx="4754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🛡️ 7-Rule Validation Engine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Automated enforcement of capacity, schedules, and eligibility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41648"/>
            <a:ext cx="4754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⚖️ Conservation Invariant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Mathematical proof guaranteeing 100% of kilograms are accounted 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84648"/>
            <a:ext cx="4754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⏰ Simulated Clock Engine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Deterministic time control for testing time-sensitive logistics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5F46"/>
                </a:solidFill>
              </a:defRPr>
            </a:pPr>
            <a:r>
              <a:t>Role-Based Closed-Loop Lifecycle</a:t>
            </a:r>
          </a:p>
          <a:p>
            <a:pPr>
              <a:spcBef>
                <a:spcPts val="1400"/>
              </a:spcBef>
              <a:defRPr sz="1400" b="1">
                <a:solidFill>
                  <a:srgbClr val="0F172A"/>
                </a:solidFill>
              </a:defRPr>
            </a:pPr>
            <a:r>
              <a:t>1. Restaurant Donors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Register physical address &amp; pin exact GPS coordinates. Post surplus batches with packaging type and pickup window [pickup_from, pickup_until].</a:t>
            </a:r>
          </a:p>
          <a:p>
            <a:pPr>
              <a:spcBef>
                <a:spcPts val="1400"/>
              </a:spcBef>
              <a:defRPr sz="1400" b="1">
                <a:solidFill>
                  <a:srgbClr val="0F172A"/>
                </a:solidFill>
              </a:defRPr>
            </a:pPr>
            <a:r>
              <a:t>2. Volunteer Rescuers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Browse by zone &amp; distance. Claim whole kg constrained by vehicle capacity. Navigate via Google Maps and collect inside the pickup window.</a:t>
            </a:r>
          </a:p>
          <a:p>
            <a:pPr>
              <a:spcBef>
                <a:spcPts val="1400"/>
              </a:spcBef>
              <a:defRPr sz="1400" b="1">
                <a:solidFill>
                  <a:srgbClr val="0F172A"/>
                </a:solidFill>
              </a:defRPr>
            </a:pPr>
            <a:r>
              <a:t>3. NGO Coordinator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</a:defRPr>
            </a:pPr>
            <a:r>
              <a:t>Audits live operations, verifies the zero-leakage accounting invariant, and monitors volunteer reliability on public leaderboards.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FEATURE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Interactive GPS Pinning &amp; Live Volunteer Navigation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🏢 Restaurant Location Registration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Interactive Leaflet Pinning: Restaurants place pins directly on OpenStreetMap during registration.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One-Click GPS Auto-Detect: Uses browser geolocation to capture exact device coordinates.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GeoJSON Point Storage: Preserved as standard MongoDB [longitude, latitude] with 2dsphere indexing.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Posting Confirmation: Modal explicitly verifies kitchen pickup location before listing surplus food.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5F46"/>
                </a:solidFill>
              </a:defRPr>
            </a:pPr>
            <a:r>
              <a:t>🧭 Turn-by-Turn Volunteer Routing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Discovery Map View: Volunteers browse active surplus pins across city zones with instant details.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Dedicated Route Map Button: Available on every active claim in 'My Claims' schedule.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Live Google Maps Integration: One click launches native turn-by-turn GPS directions directly to coordinates.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Live Countdown Indicator: Informs volunteers exactly when pickup opens (e.g. 'Opens at 18:00 (Clock: 14:00)').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CORE LOGISTICS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7 Official Claim Rules (Zero Ghost Bookings)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65F46"/>
                </a:solidFill>
              </a:defRPr>
            </a:pPr>
            <a:r>
              <a:t>Rule 1: Status Check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Donation must be OPEN (not cancelled, fully claimed, or expired).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65F46"/>
                </a:solidFill>
              </a:defRPr>
            </a:pPr>
            <a:r>
              <a:t>Rule 2: Vehicle Capacity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Claimed kg cannot exceed volunteer's vehicle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65F46"/>
                </a:solidFill>
              </a:defRPr>
            </a:pPr>
            <a:r>
              <a:t>Rule 3: Available Quantity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Claimed kg cannot exceed donation's remaining unreserved kg.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65F46"/>
                </a:solidFill>
              </a:defRPr>
            </a:pPr>
            <a:r>
              <a:t>Rule 4: Zone Eligibility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Restaurant zone must be listed in volunteer's assigned zones.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65F46"/>
                </a:solidFill>
              </a:defRPr>
            </a:pPr>
            <a:r>
              <a:t>Rule 5: Pickup Window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Planned pickup time T must be within [pickup_from, pickup_until].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74320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65F46"/>
                </a:solidFill>
              </a:defRPr>
            </a:pPr>
            <a:r>
              <a:t>Rule 6: No Past Time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Planned pickup time T cannot be in the simulated past (T &gt;= now).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84048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65F46"/>
                </a:solidFill>
              </a:defRPr>
            </a:pPr>
            <a:r>
              <a:t>Rule 7: 60-Min Buffer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T must be at least 60 mins away from any other active claim of that volunteer.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MATHEMATICAL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Zero-Leakage Accounting Invariant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5F46"/>
                </a:solidFill>
              </a:defRPr>
            </a:pPr>
            <a:r>
              <a:t>THE OFFICIAL CONSERVATION EQUATION</a:t>
            </a:r>
          </a:p>
          <a:p>
            <a:pPr>
              <a:spcBef>
                <a:spcPts val="400"/>
              </a:spcBef>
              <a:defRPr sz="2200" b="1">
                <a:solidFill>
                  <a:srgbClr val="065F46"/>
                </a:solidFill>
              </a:defRPr>
            </a:pPr>
            <a:r>
              <a:t>Total Listed (kg) = Collected + Missed + Wasted + In Progress + Still 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Collected</a:t>
            </a:r>
          </a:p>
          <a:p>
            <a:pPr>
              <a:spcBef>
                <a:spcPts val="1000"/>
              </a:spcBef>
              <a:defRPr sz="1050">
                <a:solidFill>
                  <a:srgbClr val="64748B"/>
                </a:solidFill>
              </a:defRPr>
            </a:pPr>
            <a:r>
              <a:t>Successfully picked up by volunteers and delivered to community shelters.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329184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35204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Missed</a:t>
            </a:r>
          </a:p>
          <a:p>
            <a:pPr>
              <a:spcBef>
                <a:spcPts val="1000"/>
              </a:spcBef>
              <a:defRPr sz="1050">
                <a:solidFill>
                  <a:srgbClr val="64748B"/>
                </a:solidFill>
              </a:defRPr>
            </a:pPr>
            <a:r>
              <a:t>Volunteer claimed but failed to collect before pickup window elapsed.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329184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02936" y="35204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Wasted</a:t>
            </a:r>
          </a:p>
          <a:p>
            <a:pPr>
              <a:spcBef>
                <a:spcPts val="1000"/>
              </a:spcBef>
              <a:defRPr sz="1050">
                <a:solidFill>
                  <a:srgbClr val="64748B"/>
                </a:solidFill>
              </a:defRPr>
            </a:pPr>
            <a:r>
              <a:t>Unclaimed surplus on donations whose deadline has passed (expired).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2904" y="329184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35204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In Progress</a:t>
            </a:r>
          </a:p>
          <a:p>
            <a:pPr>
              <a:spcBef>
                <a:spcPts val="1000"/>
              </a:spcBef>
              <a:defRPr sz="1050">
                <a:solidFill>
                  <a:srgbClr val="64748B"/>
                </a:solidFill>
              </a:defRPr>
            </a:pPr>
            <a:r>
              <a:t>Currently reserved under active volunteer claims awaiting collection.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0032" y="329184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37192" y="352044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5F46"/>
                </a:solidFill>
              </a:defRPr>
            </a:pPr>
            <a:r>
              <a:t>Still Open</a:t>
            </a:r>
          </a:p>
          <a:p>
            <a:pPr>
              <a:spcBef>
                <a:spcPts val="1000"/>
              </a:spcBef>
              <a:defRPr sz="1050">
                <a:solidFill>
                  <a:srgbClr val="64748B"/>
                </a:solidFill>
              </a:defRPr>
            </a:pPr>
            <a:r>
              <a:t>Remaining unreserved food available for volunteers to claim right 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TESTING &amp; DETERMINISM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Authoritative Simulated Clock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⏱️ Why System Time Was Banned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Deterministic Evaluation: Hackathon evaluators cannot wait 4 real hours to verify evening pickup windows.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Zero Flakiness: Tests run against predictable timestamps without timezone discrepancies.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Time Strictly Moves Forward: The clock can advance (+15m, +1h, +4h) but can NEVER move backwards.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Auto State Transitions: Advancing past pickup_until automatically transitions pending claims to MISSED.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5F46"/>
                </a:solidFill>
              </a:defRPr>
            </a:pPr>
            <a:r>
              <a:t>⚙️ Clock State Machine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Global State in MongoDB: Clock time is persisted in the database and synchronized across all clients.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React ClockContext Provider: Re-evaluates component eligibility live when clock advances.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Navbar Clock Banner: Displays current simulated time on every page with 1-click Advance Time modal.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Rule 6 &amp; Rule 5 Verification: All claim endpoints validate time strictly against getSimulatedNow().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Production MERN Stack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80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Frontend Layer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React 18 + Vite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React Router v6 SPA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Lucide React Icons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Leaflet &amp; React-Leaflet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OpenStreetMap Tiles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Custom CSS Design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828800"/>
            <a:ext cx="2880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Backend Services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Node.js + Express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RESTful API architecture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Atomic Concurrency Locks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Simulated Clock Middleware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JWT &amp; bcryptjs Authentication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18-Rule Automated Jest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0184" y="1828800"/>
            <a:ext cx="2880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Data Persistence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MongoDB Atlas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Mongoose Schema Validation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GeoJSON Point Coordinates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2dsphere Geospatial Indexing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Transactions &amp; State Machines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✔ Zero-Leakage Invariant Auditing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IMPACT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Measurable Community Impact &amp;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5059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59669"/>
                </a:solidFill>
              </a:defRPr>
            </a:pPr>
            <a:r>
              <a:t>540+ kg</a:t>
            </a:r>
          </a:p>
          <a:p>
            <a:pPr algn="ctr"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Surplus Food Rescued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5059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563EB"/>
                </a:solidFill>
              </a:defRPr>
            </a:pPr>
            <a:r>
              <a:t>1,080+</a:t>
            </a:r>
          </a:p>
          <a:p>
            <a:pPr algn="ctr"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Nutritious Meals Served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5059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65F46"/>
                </a:solidFill>
              </a:defRPr>
            </a:pPr>
            <a:r>
              <a:t>1,350 kg</a:t>
            </a:r>
          </a:p>
          <a:p>
            <a:pPr algn="ctr"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CO2 Emissions Mitigated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5059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7830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97706"/>
                </a:solidFill>
              </a:defRPr>
            </a:pPr>
            <a:r>
              <a:t>100%</a:t>
            </a:r>
          </a:p>
          <a:p>
            <a:pPr algn="ctr"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Invariant Accounting Proof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06984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Public Recognition &amp; Gamification Engine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• Gamified Community Heroes: Badges awarded for 'First Rescue', 'Consistent Helper', and '100 kg Rescued'.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• Public Reliability Score: Encourages accountable volunteering by tracking successful pickups vs missed pickups.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• Post-Collection Distribution Records: Documents food reaching local shelters while protecting recipient privacy.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• Tested Across 18 Rigorous Scenarios: Verified concurrency, boundary pickup times, and schedule conflicts.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13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600"/>
              </a:spcBef>
              <a:defRPr sz="1600">
                <a:solidFill>
                  <a:srgbClr val="059669"/>
                </a:solidFill>
              </a:defRPr>
            </a:pPr>
            <a:r>
              <a:t>SurplusLink is ready to eliminate hunger and food waste in modern cities.</a:t>
            </a:r>
          </a:p>
          <a:p>
            <a:pPr algn="ctr">
              <a:spcBef>
                <a:spcPts val="1800"/>
              </a:spcBef>
              <a:defRPr sz="1400">
                <a:solidFill>
                  <a:srgbClr val="FFFFFF"/>
                </a:solidFill>
              </a:defRPr>
            </a:pPr>
            <a:r>
              <a:t>🌐 Live Production Web App:</a:t>
            </a:r>
            <a:br/>
            <a:r>
              <a:t>https://surpluslink-la31.onrender.com/</a:t>
            </a:r>
          </a:p>
          <a:p>
            <a:pPr algn="ctr"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📁 GitHub Source Code Repository:</a:t>
            </a:r>
            <a:br/>
            <a:r>
              <a:t>https://github.com/mohdshiyab/SURPLUSLINK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